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REPORT  •  DEPT. OF CSE  •  2025–2026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Arogya AI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AI-Driven, Voice-First, Multilingual Public Health Chatbot for India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Pailan College of Management &amp; Technology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Maulana Abul Kalam Azad University of Technology, Kolkata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Ms. Tousi Adak, Dept. of CSE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193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Kumar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5193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Hrithik Ghosh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0" y="5193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Nitesh Jha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559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Samrat Majhi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5559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Somshuvra Ghosh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5559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Srinjoyee Mondal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India's Rural Healthcare Communication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public health ecosystem struggles to reach rural and semi-urban populations because of language diversity, low digital literacy, and unreliable internet connectivity. Authoritative government health datasets exist, but their benefits rarely reach the grassroots level in a usable, conversational form.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voice-first, multilingual public-health chatbot that lets citizens access reliable disease awareness, preventive-care guidance, and outbreak alerts in their native language — by voice or text, over WhatsApp.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government-verified health data (data.gov.in, NFHS-5) with low-bandwidth channels like WhatsApp and SMS fallback, Arogya AI delivers inclusive, scalable healthcare communication for all.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141732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152704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732520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 supported via LLM &amp; AI4Bharat models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0" y="283464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29443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5–8s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732520" y="2971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end-to-end response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0" y="425196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436168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24×7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32520" y="4389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access, no clinic hours required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Barriers Keep Healthcare Information Out of Reach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arogya/icons/la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939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788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Barrier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9808" y="33832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 official languages and hundreds of dialects; existing chatbots are English-centric and lack regional support.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arogya/icons/wif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09397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788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Connectivity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11880" y="33832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villages have poor or no internet access, while most health apps require a stable connection.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01384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arogya/icons/boo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9397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788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Digital Literacy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73952" y="33832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and rural users struggle with text-heavy interfaces and complex mobile applications.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63456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arogya/icons/d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209397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36024" y="2788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Inaccessible Health Data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336024" y="33832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datasets are authoritative but scattered, with no simple conversational access for citizens.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Arogya AI: A Voice-First, Multilingual Health Companion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23160" y="2075688"/>
            <a:ext cx="37719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074420" y="15087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arogya/icons/m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444" y="17007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Text Input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74870" y="2075688"/>
            <a:ext cx="37719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26130" y="15087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arogya/icons/gl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154" y="170078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00350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926580" y="2075688"/>
            <a:ext cx="37719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577840" y="15087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arogya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70078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52060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(RAG)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178290" y="2075688"/>
            <a:ext cx="37719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7829550" y="15087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3" descr="/home/claude/arogya/icons/comment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574" y="1700784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03770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10081260" y="15087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/home/claude/arogya/icons/whatsap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3284" y="1700784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55480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Language Response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48640" y="2834640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pic>
        <p:nvPicPr>
          <p:cNvPr id="24" name="Image 5" descr="/home/claude/arogya/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90672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2907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Interaction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114300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naturally in the user's local language via speech.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126480" y="2834640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pic>
        <p:nvPicPr>
          <p:cNvPr id="28" name="Image 6" descr="/home/claude/arogya/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090672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20840" y="2907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Romanized Text Support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672084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English-script native typing (e.g. “mujhe bukhar hai”).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48640" y="3959352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pic>
        <p:nvPicPr>
          <p:cNvPr id="32" name="Image 7" descr="/home/claude/arogya/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215384"/>
            <a:ext cx="292608" cy="29260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143000" y="40325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Context-Aware Answers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1143000" y="4343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responses reduce hallucination and stay medically accurate.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6126480" y="3959352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pic>
        <p:nvPicPr>
          <p:cNvPr id="36" name="Image 8" descr="/home/claude/arogya/icon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4215384"/>
            <a:ext cx="292608" cy="29260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720840" y="40325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Accessible Delivery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6720840" y="4343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architecture with WhatsApp + SMS fallback for low connectivity.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053742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Handling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2402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(Twilio) receives voice/text; Faster-Whisper performs ASR + language ID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2171700"/>
            <a:ext cx="20116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5848" y="1463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05374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192024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2402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normalization, romanized-script transliteration, Redis session &amp; context memory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61888" y="2171700"/>
            <a:ext cx="20116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63056" y="1463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053742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27648" y="192024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22402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workflow on Groq LLM (7B / 70B routing) with FAISS + SentenceTransformers RAG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69096" y="2171700"/>
            <a:ext cx="20116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70264" y="1463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053742"/>
          </a:solidFill>
          <a:ln/>
        </p:spPr>
      </p:sp>
      <p:sp>
        <p:nvSpPr>
          <p:cNvPr id="20" name="Text 18"/>
          <p:cNvSpPr/>
          <p:nvPr/>
        </p:nvSpPr>
        <p:spPr>
          <a:xfrm>
            <a:off x="9134856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34856" y="192024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Delivery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34856" y="22402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validated reply formatted and sent back via WhatsApp; SMS fallback for low connectivity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 STACK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52044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79776" y="3520440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352044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10912" y="3520440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352044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42048" y="3520440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352044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73184" y="3520440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46336" y="352044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SQLAlchemy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215384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421538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79776" y="4215384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52928" y="421538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10912" y="4215384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421538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(7B / 70B)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242048" y="4215384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421538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SentenceTransformers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473184" y="4215384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46336" y="421538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(ASR)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910328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9103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WhatsApp API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79776" y="4910328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52928" y="49103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/ Kafka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10912" y="4910328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84064" y="49103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242048" y="4910328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49103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473184" y="4910328"/>
            <a:ext cx="21396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46336" y="49103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 &amp; data.gov.in APIs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Reasoning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Agent classifies user intent and routes the query to specialized agents. Retrieval-Augmented Generation (RAG) grounds every answer in verified medical knowledge before a Validation Agent checks safety and a Formatter Agent produces a natural, empathetic reply.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19272" y="2331720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9904" y="2331720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0536" y="2331720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904488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3904488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89904" y="3904488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860536" y="3904488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47802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89864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intent &amp; routes the query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02152" y="247802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02152" y="289864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possible conditions from symptoms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72784" y="247802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72784" y="289864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severity: low / medium / high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43416" y="247802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43416" y="289864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danger signs, urges immediate care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05079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47141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nearby healthcare facilities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02152" y="405079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02152" y="447141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safe OTC guidance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72784" y="405079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72784" y="447141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factual consistency &amp; safety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43416" y="405079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 Agent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43416" y="447141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final, user-friendly reply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Multi-LLM Routing for Speed and Accuracy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tasks (FAQs, translation, hospital lookup) route to a fast 7B model; complex medical reasoning (disease prediction, emergencies) routes to a 70B model. Retrieval-Augmented Generation grounds both in verified medical documents.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898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hallucinated answers (with RAG)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2148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93008" y="2898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 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63056" y="2148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0216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0216" y="2898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model response time (routine queries)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70264" y="2148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107424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4–8s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07424" y="2898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model response time (complex reasoning)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0881360" cy="914400"/>
        </p:xfrm>
        <a:graphic>
          <a:graphicData uri="http://schemas.openxmlformats.org/drawingml/2006/table">
            <a:tbl>
              <a:tblPr/>
              <a:tblGrid>
                <a:gridCol w="777240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7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“Where is the nearest hospital?”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is dengue?”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+ RAG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“Fever, rash, joint pain, headache — what could it be?”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 + RAG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“Chest pain with breathlessness”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 + Emergency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Proven, Accessible, and Ready to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4533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Technology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open-source AI4Bharat models and RAG techniques with 85%+ accuracy across Indian languages.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33672" y="141732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16552" y="154533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16552" y="192024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data.gov.in and NFHS-5 for authoritative, government-verified health information.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18704" y="141732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54533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&amp; Resilient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01584" y="192024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microservices with WhatsApp delivery and SMS fallback for low-connectivity areas.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AROGYA AI COMPARES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194560"/>
                <a:gridCol w="237744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Voice Support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Multilingual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Govt. Data Integration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Romanized Text (I/O)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7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Arogya AI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Excellent (Native ASR)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40+ languages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High (APIs + datasets)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Excellent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B2E"/>
                          </a:solidFill>
                        </a:rPr>
                        <a:t>Generic English Chatbots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English only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Limited / basic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None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Poor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B2E"/>
                          </a:solidFill>
                        </a:rPr>
                        <a:t>Traditional IVR / SMS Bots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Rigid IVR / DTMF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Specific regional only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Moderate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B2E"/>
                          </a:solidFill>
                        </a:rPr>
                        <a:t>Govt. WhatsApp Bots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Text only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Limited (~12 langs)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High (specific campaigns)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2E"/>
                          </a:solidFill>
                        </a:rPr>
                        <a:t>Poor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&amp;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Reach, Real Public-Health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27632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population reach potential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33672" y="1463040"/>
            <a:ext cx="35021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33672" y="1627632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07992" y="24688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reduction in consultation costs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18704" y="1463040"/>
            <a:ext cx="35021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5400000">
              <a:srgbClr val="0B3A3E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18704" y="1627632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93024" y="24688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 supported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053742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4472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0" descr="/home/claude/arogya/icons/bullhor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575304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9808" y="41148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Outbreak Alerts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9808" y="445312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polling of health APIs pushes timely alerts to at-risk regions.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33672" y="324612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053742"/>
          </a:solidFill>
          <a:ln/>
        </p:spPr>
      </p:sp>
      <p:sp>
        <p:nvSpPr>
          <p:cNvPr id="19" name="Shape 16"/>
          <p:cNvSpPr/>
          <p:nvPr/>
        </p:nvSpPr>
        <p:spPr>
          <a:xfrm>
            <a:off x="4434840" y="34472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1" descr="/home/claude/arogya/icons/networ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3575304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34840" y="41148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Language Barriers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434840" y="445312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Native-language voice and text remove the biggest access barrier.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918704" y="324612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053742"/>
          </a:solidFill>
          <a:ln/>
        </p:spPr>
      </p:sp>
      <p:sp>
        <p:nvSpPr>
          <p:cNvPr id="24" name="Shape 20"/>
          <p:cNvSpPr/>
          <p:nvPr/>
        </p:nvSpPr>
        <p:spPr>
          <a:xfrm>
            <a:off x="8119872" y="34472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2" descr="/home/claude/arogya/icons/shield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575304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119872" y="41148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with Govt. Systems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119872" y="445312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NFHS-5 and MoHFW data for trustworthy guidance.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Practical, Scalable, Socially Impactful 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presents a practical, scalable, and socially impactful approach to improving public health awareness across India. By combining AI-powered multilingual intelligence, government-verified data, and accessible communication channels, it directly addresses language barriers, digital exclusion, and rural scalability challenges.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0B4550"/>
          </a:solidFill>
          <a:ln/>
        </p:spPr>
      </p:sp>
      <p:pic>
        <p:nvPicPr>
          <p:cNvPr id="8" name="Image 0" descr="/home/claude/arogya/icons/check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0175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34290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Feasible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3767328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proven, open-source models and RAG techniques.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33672" y="283464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0B4550"/>
          </a:solidFill>
          <a:ln/>
        </p:spPr>
      </p:sp>
      <p:pic>
        <p:nvPicPr>
          <p:cNvPr id="12" name="Image 1" descr="/home/claude/arogya/icons/check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0175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34290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 Viable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34840" y="3767328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architecture with reliable SMS fallback.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18704" y="283464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0B4550"/>
          </a:solidFill>
          <a:ln/>
        </p:spPr>
      </p:sp>
      <p:pic>
        <p:nvPicPr>
          <p:cNvPr id="16" name="Image 2" descr="/home/claude/arogya/icons/che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0175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19872" y="34290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Socially Impactful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19872" y="3767328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disease awareness and outbreak alerts.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45262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</a:t>
            </a:r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potential to become a national-scale digital health companion, strengthening preventive healthcare delivery and supporting India's vision of inclusive digital public health.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Foundations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453896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Health &amp; Family Welfare (MoHFW), Government of India — National health policies and guidelines.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305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20824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India, Open Government Data Platform (data.gov.in) — Public health datasets and APIs.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587752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IIPS &amp; MoHFW — National Family Health Survey (NFHS-5).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154680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 Initiative, IIT Madras — IndicWav2Vec (ASR) and IndicBARTSS (translation) research papers.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721608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 Initiative, IIT Madras — Multilingual language models for Indian languages.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5636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1453896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Platforms Inc. — WhatsApp Business Platform API for large-scale citizen communication.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1305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2020824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Developers — High-performance web framework documentation.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6974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2587752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Health &amp; Family Welfare (NIHFW) — Public health research resources.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2644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154680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Akshantar Research Team — Annotated multilingual datasets for intent detection.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AI  |  AI-Driven Multilingual Health Chatbot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 AI - AI-Driven Multilingual Health Chatbot</dc:title>
  <dc:subject>PptxGenJS Presentation</dc:subject>
  <dc:creator>Srinjoyee Mondal</dc:creator>
  <cp:lastModifiedBy>Srinjoyee Mondal</cp:lastModifiedBy>
  <cp:revision>1</cp:revision>
  <dcterms:created xsi:type="dcterms:W3CDTF">2026-07-08T20:59:53Z</dcterms:created>
  <dcterms:modified xsi:type="dcterms:W3CDTF">2026-07-08T20:59:53Z</dcterms:modified>
</cp:coreProperties>
</file>